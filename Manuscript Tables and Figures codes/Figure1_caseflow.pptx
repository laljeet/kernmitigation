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18"/>
  </p:normalViewPr>
  <p:slideViewPr>
    <p:cSldViewPr snapToGrid="0" snapToObjects="1">
      <p:cViewPr varScale="1">
        <p:scale>
          <a:sx n="128" d="100"/>
          <a:sy n="128" d="100"/>
        </p:scale>
        <p:origin x="16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jeet Singh Sangha" userId="dc4e301f-41df-4241-8c55-441cd1a3f39a" providerId="ADAL" clId="{6D7B36F1-F850-59FF-98C6-CFA24097AB9E}"/>
    <pc:docChg chg="modSld">
      <pc:chgData name="Laljeet Singh Sangha" userId="dc4e301f-41df-4241-8c55-441cd1a3f39a" providerId="ADAL" clId="{6D7B36F1-F850-59FF-98C6-CFA24097AB9E}" dt="2026-06-09T21:34:04.190" v="16" actId="20577"/>
      <pc:docMkLst>
        <pc:docMk/>
      </pc:docMkLst>
      <pc:sldChg chg="modSp mod">
        <pc:chgData name="Laljeet Singh Sangha" userId="dc4e301f-41df-4241-8c55-441cd1a3f39a" providerId="ADAL" clId="{6D7B36F1-F850-59FF-98C6-CFA24097AB9E}" dt="2026-06-09T21:34:04.190" v="16" actId="20577"/>
        <pc:sldMkLst>
          <pc:docMk/>
          <pc:sldMk cId="0" sldId="256"/>
        </pc:sldMkLst>
        <pc:spChg chg="mod">
          <ac:chgData name="Laljeet Singh Sangha" userId="dc4e301f-41df-4241-8c55-441cd1a3f39a" providerId="ADAL" clId="{6D7B36F1-F850-59FF-98C6-CFA24097AB9E}" dt="2026-06-09T21:33:29.844" v="8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Laljeet Singh Sangha" userId="dc4e301f-41df-4241-8c55-441cd1a3f39a" providerId="ADAL" clId="{6D7B36F1-F850-59FF-98C6-CFA24097AB9E}" dt="2026-06-09T21:33:26.480" v="7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Laljeet Singh Sangha" userId="dc4e301f-41df-4241-8c55-441cd1a3f39a" providerId="ADAL" clId="{6D7B36F1-F850-59FF-98C6-CFA24097AB9E}" dt="2026-06-09T21:33:33.452" v="9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Laljeet Singh Sangha" userId="dc4e301f-41df-4241-8c55-441cd1a3f39a" providerId="ADAL" clId="{6D7B36F1-F850-59FF-98C6-CFA24097AB9E}" dt="2026-06-09T21:33:36.619" v="10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Laljeet Singh Sangha" userId="dc4e301f-41df-4241-8c55-441cd1a3f39a" providerId="ADAL" clId="{6D7B36F1-F850-59FF-98C6-CFA24097AB9E}" dt="2026-06-09T21:33:40.361" v="11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Laljeet Singh Sangha" userId="dc4e301f-41df-4241-8c55-441cd1a3f39a" providerId="ADAL" clId="{6D7B36F1-F850-59FF-98C6-CFA24097AB9E}" dt="2026-06-09T21:33:42.863" v="12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Laljeet Singh Sangha" userId="dc4e301f-41df-4241-8c55-441cd1a3f39a" providerId="ADAL" clId="{6D7B36F1-F850-59FF-98C6-CFA24097AB9E}" dt="2026-06-09T21:33:46.157" v="13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Laljeet Singh Sangha" userId="dc4e301f-41df-4241-8c55-441cd1a3f39a" providerId="ADAL" clId="{6D7B36F1-F850-59FF-98C6-CFA24097AB9E}" dt="2026-06-09T21:33:49.223" v="14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Laljeet Singh Sangha" userId="dc4e301f-41df-4241-8c55-441cd1a3f39a" providerId="ADAL" clId="{6D7B36F1-F850-59FF-98C6-CFA24097AB9E}" dt="2026-06-09T21:32:57.330" v="4" actId="403"/>
          <ac:spMkLst>
            <pc:docMk/>
            <pc:sldMk cId="0" sldId="256"/>
            <ac:spMk id="19" creationId="{00000000-0000-0000-0000-000000000000}"/>
          </ac:spMkLst>
        </pc:spChg>
        <pc:spChg chg="mod">
          <ac:chgData name="Laljeet Singh Sangha" userId="dc4e301f-41df-4241-8c55-441cd1a3f39a" providerId="ADAL" clId="{6D7B36F1-F850-59FF-98C6-CFA24097AB9E}" dt="2026-06-09T21:32:57.330" v="4" actId="403"/>
          <ac:spMkLst>
            <pc:docMk/>
            <pc:sldMk cId="0" sldId="256"/>
            <ac:spMk id="20" creationId="{00000000-0000-0000-0000-000000000000}"/>
          </ac:spMkLst>
        </pc:spChg>
        <pc:spChg chg="mod">
          <ac:chgData name="Laljeet Singh Sangha" userId="dc4e301f-41df-4241-8c55-441cd1a3f39a" providerId="ADAL" clId="{6D7B36F1-F850-59FF-98C6-CFA24097AB9E}" dt="2026-06-09T21:32:57.330" v="4" actId="403"/>
          <ac:spMkLst>
            <pc:docMk/>
            <pc:sldMk cId="0" sldId="256"/>
            <ac:spMk id="21" creationId="{00000000-0000-0000-0000-000000000000}"/>
          </ac:spMkLst>
        </pc:spChg>
        <pc:spChg chg="mod">
          <ac:chgData name="Laljeet Singh Sangha" userId="dc4e301f-41df-4241-8c55-441cd1a3f39a" providerId="ADAL" clId="{6D7B36F1-F850-59FF-98C6-CFA24097AB9E}" dt="2026-06-09T21:32:57.330" v="4" actId="403"/>
          <ac:spMkLst>
            <pc:docMk/>
            <pc:sldMk cId="0" sldId="256"/>
            <ac:spMk id="22" creationId="{00000000-0000-0000-0000-000000000000}"/>
          </ac:spMkLst>
        </pc:spChg>
        <pc:spChg chg="mod">
          <ac:chgData name="Laljeet Singh Sangha" userId="dc4e301f-41df-4241-8c55-441cd1a3f39a" providerId="ADAL" clId="{6D7B36F1-F850-59FF-98C6-CFA24097AB9E}" dt="2026-06-09T21:34:04.190" v="16" actId="20577"/>
          <ac:spMkLst>
            <pc:docMk/>
            <pc:sldMk cId="0" sldId="256"/>
            <ac:spMk id="23" creationId="{00000000-0000-0000-0000-000000000000}"/>
          </ac:spMkLst>
        </pc:spChg>
        <pc:spChg chg="mod">
          <ac:chgData name="Laljeet Singh Sangha" userId="dc4e301f-41df-4241-8c55-441cd1a3f39a" providerId="ADAL" clId="{6D7B36F1-F850-59FF-98C6-CFA24097AB9E}" dt="2026-06-09T21:32:57.330" v="4" actId="403"/>
          <ac:spMkLst>
            <pc:docMk/>
            <pc:sldMk cId="0" sldId="256"/>
            <ac:spMk id="24" creationId="{00000000-0000-0000-0000-000000000000}"/>
          </ac:spMkLst>
        </pc:spChg>
        <pc:spChg chg="mod">
          <ac:chgData name="Laljeet Singh Sangha" userId="dc4e301f-41df-4241-8c55-441cd1a3f39a" providerId="ADAL" clId="{6D7B36F1-F850-59FF-98C6-CFA24097AB9E}" dt="2026-06-09T21:32:57.330" v="4" actId="403"/>
          <ac:spMkLst>
            <pc:docMk/>
            <pc:sldMk cId="0" sldId="256"/>
            <ac:spMk id="25" creationId="{00000000-0000-0000-0000-000000000000}"/>
          </ac:spMkLst>
        </pc:spChg>
        <pc:spChg chg="mod">
          <ac:chgData name="Laljeet Singh Sangha" userId="dc4e301f-41df-4241-8c55-441cd1a3f39a" providerId="ADAL" clId="{6D7B36F1-F850-59FF-98C6-CFA24097AB9E}" dt="2026-06-09T21:32:57.330" v="4" actId="403"/>
          <ac:spMkLst>
            <pc:docMk/>
            <pc:sldMk cId="0" sldId="256"/>
            <ac:spMk id="26" creationId="{00000000-0000-0000-0000-000000000000}"/>
          </ac:spMkLst>
        </pc:spChg>
        <pc:spChg chg="mod">
          <ac:chgData name="Laljeet Singh Sangha" userId="dc4e301f-41df-4241-8c55-441cd1a3f39a" providerId="ADAL" clId="{6D7B36F1-F850-59FF-98C6-CFA24097AB9E}" dt="2026-06-09T21:32:57.330" v="4" actId="403"/>
          <ac:spMkLst>
            <pc:docMk/>
            <pc:sldMk cId="0" sldId="256"/>
            <ac:spMk id="27" creationId="{00000000-0000-0000-0000-000000000000}"/>
          </ac:spMkLst>
        </pc:spChg>
        <pc:spChg chg="mod">
          <ac:chgData name="Laljeet Singh Sangha" userId="dc4e301f-41df-4241-8c55-441cd1a3f39a" providerId="ADAL" clId="{6D7B36F1-F850-59FF-98C6-CFA24097AB9E}" dt="2026-06-09T21:32:57.330" v="4" actId="403"/>
          <ac:spMkLst>
            <pc:docMk/>
            <pc:sldMk cId="0" sldId="256"/>
            <ac:spMk id="2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1188720"/>
            <a:ext cx="2331720" cy="1078992"/>
          </a:xfrm>
          <a:prstGeom prst="roundRect">
            <a:avLst/>
          </a:prstGeom>
          <a:solidFill>
            <a:srgbClr val="D6E6F2"/>
          </a:solidFill>
          <a:ln w="1905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000" b="1" i="0" dirty="0">
                <a:solidFill>
                  <a:srgbClr val="2A6F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algn="ctr"/>
            <a:r>
              <a:rPr sz="2000" b="1" i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Intake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188720"/>
            <a:ext cx="2331720" cy="1078992"/>
          </a:xfrm>
          <a:prstGeom prst="roundRect">
            <a:avLst/>
          </a:prstGeom>
          <a:solidFill>
            <a:srgbClr val="D6E6F2"/>
          </a:solidFill>
          <a:ln w="1905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000" b="1" i="0" dirty="0">
                <a:solidFill>
                  <a:srgbClr val="2A6F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r>
              <a:rPr sz="2000" b="1" i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visit &amp;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97879" y="1188720"/>
            <a:ext cx="2331720" cy="1078992"/>
          </a:xfrm>
          <a:prstGeom prst="roundRect">
            <a:avLst/>
          </a:prstGeom>
          <a:solidFill>
            <a:srgbClr val="D6E6F2"/>
          </a:solidFill>
          <a:ln w="1905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000" b="1" i="0" dirty="0">
                <a:solidFill>
                  <a:srgbClr val="2A6F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sz="2000" b="1" i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1188720"/>
            <a:ext cx="2331720" cy="1078992"/>
          </a:xfrm>
          <a:prstGeom prst="roundRect">
            <a:avLst/>
          </a:prstGeom>
          <a:solidFill>
            <a:srgbClr val="D6E6F2"/>
          </a:solidFill>
          <a:ln w="34925">
            <a:solidFill>
              <a:srgbClr val="1B4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000" b="1" i="0" dirty="0">
                <a:solidFill>
                  <a:srgbClr val="2A6F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algn="ctr"/>
            <a:r>
              <a:rPr sz="2000" b="1" i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KMEC committee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3017520"/>
            <a:ext cx="2331720" cy="1078992"/>
          </a:xfrm>
          <a:prstGeom prst="roundRect">
            <a:avLst/>
          </a:prstGeom>
          <a:solidFill>
            <a:srgbClr val="D6E6F2"/>
          </a:solidFill>
          <a:ln w="34925">
            <a:solidFill>
              <a:srgbClr val="1B4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000" b="1" i="0" dirty="0">
                <a:solidFill>
                  <a:srgbClr val="2A6F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 algn="ctr"/>
            <a:r>
              <a:rPr sz="2000" b="1" i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GSA board approval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79" y="3017520"/>
            <a:ext cx="2331720" cy="1078992"/>
          </a:xfrm>
          <a:prstGeom prst="roundRect">
            <a:avLst/>
          </a:prstGeom>
          <a:solidFill>
            <a:srgbClr val="D6E6F2"/>
          </a:solidFill>
          <a:ln w="1905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000" b="1" i="0" dirty="0">
                <a:solidFill>
                  <a:srgbClr val="2A6F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algn="ctr"/>
            <a:r>
              <a:rPr sz="2000" b="1" i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Legal agreement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017520"/>
            <a:ext cx="2331720" cy="1078992"/>
          </a:xfrm>
          <a:prstGeom prst="roundRect">
            <a:avLst/>
          </a:prstGeom>
          <a:solidFill>
            <a:srgbClr val="F7DECE"/>
          </a:solidFill>
          <a:ln w="1905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000" b="1" i="0" dirty="0">
                <a:solidFill>
                  <a:srgbClr val="B850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 algn="ctr"/>
            <a:r>
              <a:rPr sz="2000" b="1" i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Contractor mobilization</a:t>
            </a:r>
          </a:p>
          <a:p>
            <a:pPr algn="ctr"/>
            <a:r>
              <a:rPr sz="1200" b="0" i="1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17520"/>
            <a:ext cx="2331720" cy="1078992"/>
          </a:xfrm>
          <a:prstGeom prst="roundRect">
            <a:avLst/>
          </a:prstGeom>
          <a:solidFill>
            <a:srgbClr val="F7DECE"/>
          </a:solidFill>
          <a:ln w="19050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2000" b="1" i="0" dirty="0">
                <a:solidFill>
                  <a:srgbClr val="B8504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  <a:p>
            <a:pPr algn="ctr"/>
            <a:r>
              <a:rPr sz="2000" b="1" i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/ installation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39" y="1728216"/>
            <a:ext cx="365761" cy="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532120" y="1728216"/>
            <a:ext cx="365759" cy="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1728216"/>
            <a:ext cx="365760" cy="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761220" y="2267712"/>
            <a:ext cx="0" cy="749808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229600" y="3557015"/>
            <a:ext cx="365760" cy="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532120" y="3557015"/>
            <a:ext cx="365759" cy="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39" y="3557015"/>
            <a:ext cx="365761" cy="0"/>
          </a:xfrm>
          <a:prstGeom prst="line">
            <a:avLst/>
          </a:prstGeom>
          <a:ln w="25400">
            <a:solidFill>
              <a:srgbClr val="6666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26280" y="384048"/>
            <a:ext cx="256032" cy="182880"/>
          </a:xfrm>
          <a:prstGeom prst="roundRect">
            <a:avLst/>
          </a:prstGeom>
          <a:solidFill>
            <a:srgbClr val="D6E6F2"/>
          </a:solidFill>
          <a:ln w="15875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37176" y="335874"/>
            <a:ext cx="292608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steps (1-6)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384048"/>
            <a:ext cx="256032" cy="182880"/>
          </a:xfrm>
          <a:prstGeom prst="roundRect">
            <a:avLst/>
          </a:prstGeom>
          <a:solidFill>
            <a:srgbClr val="F7DECE"/>
          </a:solidFill>
          <a:ln w="1587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66175" y="335874"/>
            <a:ext cx="292608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steps (7-8)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713232"/>
            <a:ext cx="256032" cy="182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4A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37176" y="665058"/>
            <a:ext cx="402336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Scheduled monthly meeting cadence (steps 4, 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160" y="4474759"/>
            <a:ext cx="11155680" cy="35907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stochastic mechanisms applied across the 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83480"/>
            <a:ext cx="2194560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t"/>
          <a:lstStyle/>
          <a:p>
            <a:pPr algn="l"/>
            <a:r>
              <a:rPr b="1" i="0" dirty="0">
                <a:solidFill>
                  <a:srgbClr val="2A6F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Case-level heterogeneity</a:t>
            </a:r>
          </a:p>
          <a:p>
            <a:pPr algn="l"/>
            <a:r>
              <a:rPr sz="1200" b="0" i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PERT (admin) and lognormal (construction) duration draws per case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4983480"/>
            <a:ext cx="2194560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t"/>
          <a:lstStyle/>
          <a:p>
            <a:pPr algn="l"/>
            <a:r>
              <a:rPr b="1" i="0" dirty="0">
                <a:solidFill>
                  <a:srgbClr val="2A6F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b="1" i="0">
                <a:solidFill>
                  <a:srgbClr val="2A6F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Within-case correlation</a:t>
            </a:r>
          </a:p>
          <a:p>
            <a:pPr algn="l"/>
            <a:r>
              <a:rPr sz="1200" b="0" i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Gaussian copula across steps within a case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83479" y="4983480"/>
            <a:ext cx="2194560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t"/>
          <a:lstStyle/>
          <a:p>
            <a:pPr algn="l"/>
            <a:r>
              <a:rPr b="1" i="0">
                <a:solidFill>
                  <a:srgbClr val="2A6F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Scheduled meeting cadence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KMEC and board batch capacity per meeting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59" y="4983480"/>
            <a:ext cx="2194560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t"/>
          <a:lstStyle/>
          <a:p>
            <a:pPr algn="l"/>
            <a:r>
              <a:rPr b="1" i="0">
                <a:solidFill>
                  <a:srgbClr val="2A6F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Capacity-dependent throughput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multiplier scales step duration with active caseload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4983480"/>
            <a:ext cx="2194560" cy="13258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t"/>
          <a:lstStyle/>
          <a:p>
            <a:pPr algn="l"/>
            <a:r>
              <a:rPr b="1" i="0">
                <a:solidFill>
                  <a:srgbClr val="2A6F9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Finite contractor crews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FIFO slot queue shared across mitigation options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</Words>
  <Application>Microsoft Macintosh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Laljeet Singh Sangha</cp:lastModifiedBy>
  <cp:revision>1</cp:revision>
  <dcterms:created xsi:type="dcterms:W3CDTF">2013-01-27T09:14:16Z</dcterms:created>
  <dcterms:modified xsi:type="dcterms:W3CDTF">2026-06-09T21:34:13Z</dcterms:modified>
  <cp:category/>
</cp:coreProperties>
</file>